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83F7CA-C1B5-4B53-A4A5-3EEBF5D6E0CA}" v="25" dt="2026-07-23T14:29:11.2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>
        <p:scale>
          <a:sx n="78" d="100"/>
          <a:sy n="78" d="100"/>
        </p:scale>
        <p:origin x="6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bhavi Sinha" userId="9d19478a68601425" providerId="LiveId" clId="{DF63564E-48FB-43E3-B49F-0DB26ECE42CB}"/>
    <pc:docChg chg="custSel addSld delSld modSld sldOrd">
      <pc:chgData name="Shambhavi Sinha" userId="9d19478a68601425" providerId="LiveId" clId="{DF63564E-48FB-43E3-B49F-0DB26ECE42CB}" dt="2026-07-24T12:29:14.059" v="485" actId="20577"/>
      <pc:docMkLst>
        <pc:docMk/>
      </pc:docMkLst>
      <pc:sldChg chg="modSp mod">
        <pc:chgData name="Shambhavi Sinha" userId="9d19478a68601425" providerId="LiveId" clId="{DF63564E-48FB-43E3-B49F-0DB26ECE42CB}" dt="2026-07-23T14:19:29.905" v="36" actId="20577"/>
        <pc:sldMkLst>
          <pc:docMk/>
          <pc:sldMk cId="1802839317" sldId="256"/>
        </pc:sldMkLst>
        <pc:spChg chg="mod">
          <ac:chgData name="Shambhavi Sinha" userId="9d19478a68601425" providerId="LiveId" clId="{DF63564E-48FB-43E3-B49F-0DB26ECE42CB}" dt="2026-07-23T14:19:13.672" v="4" actId="27636"/>
          <ac:spMkLst>
            <pc:docMk/>
            <pc:sldMk cId="1802839317" sldId="256"/>
            <ac:spMk id="2" creationId="{2A860AD2-B0AA-2741-752C-C5BCE247A17F}"/>
          </ac:spMkLst>
        </pc:spChg>
        <pc:spChg chg="mod">
          <ac:chgData name="Shambhavi Sinha" userId="9d19478a68601425" providerId="LiveId" clId="{DF63564E-48FB-43E3-B49F-0DB26ECE42CB}" dt="2026-07-23T14:19:29.905" v="36" actId="20577"/>
          <ac:spMkLst>
            <pc:docMk/>
            <pc:sldMk cId="1802839317" sldId="256"/>
            <ac:spMk id="3" creationId="{88120535-907A-5418-09FD-26FE0DF66165}"/>
          </ac:spMkLst>
        </pc:spChg>
      </pc:sldChg>
      <pc:sldChg chg="modSp mod">
        <pc:chgData name="Shambhavi Sinha" userId="9d19478a68601425" providerId="LiveId" clId="{DF63564E-48FB-43E3-B49F-0DB26ECE42CB}" dt="2026-07-23T14:20:34.133" v="39"/>
        <pc:sldMkLst>
          <pc:docMk/>
          <pc:sldMk cId="3949009359" sldId="257"/>
        </pc:sldMkLst>
        <pc:spChg chg="mod">
          <ac:chgData name="Shambhavi Sinha" userId="9d19478a68601425" providerId="LiveId" clId="{DF63564E-48FB-43E3-B49F-0DB26ECE42CB}" dt="2026-07-23T13:57:13.166" v="2"/>
          <ac:spMkLst>
            <pc:docMk/>
            <pc:sldMk cId="3949009359" sldId="257"/>
            <ac:spMk id="2" creationId="{EC7C858C-4E2E-54E9-1F1E-5FFDC1AC031E}"/>
          </ac:spMkLst>
        </pc:spChg>
        <pc:spChg chg="mod">
          <ac:chgData name="Shambhavi Sinha" userId="9d19478a68601425" providerId="LiveId" clId="{DF63564E-48FB-43E3-B49F-0DB26ECE42CB}" dt="2026-07-23T14:20:34.133" v="39"/>
          <ac:spMkLst>
            <pc:docMk/>
            <pc:sldMk cId="3949009359" sldId="257"/>
            <ac:spMk id="3" creationId="{4BAB652B-9A22-C805-C39C-DAD24A0CD866}"/>
          </ac:spMkLst>
        </pc:spChg>
      </pc:sldChg>
      <pc:sldChg chg="addSp delSp modSp mod">
        <pc:chgData name="Shambhavi Sinha" userId="9d19478a68601425" providerId="LiveId" clId="{DF63564E-48FB-43E3-B49F-0DB26ECE42CB}" dt="2026-07-23T14:21:53.221" v="334"/>
        <pc:sldMkLst>
          <pc:docMk/>
          <pc:sldMk cId="1008634686" sldId="258"/>
        </pc:sldMkLst>
        <pc:spChg chg="mod">
          <ac:chgData name="Shambhavi Sinha" userId="9d19478a68601425" providerId="LiveId" clId="{DF63564E-48FB-43E3-B49F-0DB26ECE42CB}" dt="2026-07-23T14:20:55.081" v="40"/>
          <ac:spMkLst>
            <pc:docMk/>
            <pc:sldMk cId="1008634686" sldId="258"/>
            <ac:spMk id="2" creationId="{C679C2BC-70B6-8DDA-24F9-2810EC436166}"/>
          </ac:spMkLst>
        </pc:spChg>
        <pc:spChg chg="add del mod">
          <ac:chgData name="Shambhavi Sinha" userId="9d19478a68601425" providerId="LiveId" clId="{DF63564E-48FB-43E3-B49F-0DB26ECE42CB}" dt="2026-07-23T14:21:53.221" v="334"/>
          <ac:spMkLst>
            <pc:docMk/>
            <pc:sldMk cId="1008634686" sldId="258"/>
            <ac:spMk id="6" creationId="{8F136C06-8F40-DD1A-6C21-FAB36AE3864C}"/>
          </ac:spMkLst>
        </pc:spChg>
        <pc:graphicFrameChg chg="del mod modGraphic">
          <ac:chgData name="Shambhavi Sinha" userId="9d19478a68601425" providerId="LiveId" clId="{DF63564E-48FB-43E3-B49F-0DB26ECE42CB}" dt="2026-07-23T14:21:33.540" v="331" actId="21"/>
          <ac:graphicFrameMkLst>
            <pc:docMk/>
            <pc:sldMk cId="1008634686" sldId="258"/>
            <ac:graphicFrameMk id="4" creationId="{9416A02D-C91A-7B2A-48AA-E4DE503764D3}"/>
          </ac:graphicFrameMkLst>
        </pc:graphicFrameChg>
        <pc:graphicFrameChg chg="add mod">
          <ac:chgData name="Shambhavi Sinha" userId="9d19478a68601425" providerId="LiveId" clId="{DF63564E-48FB-43E3-B49F-0DB26ECE42CB}" dt="2026-07-23T14:21:46.949" v="333"/>
          <ac:graphicFrameMkLst>
            <pc:docMk/>
            <pc:sldMk cId="1008634686" sldId="258"/>
            <ac:graphicFrameMk id="7" creationId="{9416A02D-C91A-7B2A-48AA-E4DE503764D3}"/>
          </ac:graphicFrameMkLst>
        </pc:graphicFrameChg>
      </pc:sldChg>
      <pc:sldChg chg="modSp mod">
        <pc:chgData name="Shambhavi Sinha" userId="9d19478a68601425" providerId="LiveId" clId="{DF63564E-48FB-43E3-B49F-0DB26ECE42CB}" dt="2026-07-23T14:22:44.291" v="344" actId="27636"/>
        <pc:sldMkLst>
          <pc:docMk/>
          <pc:sldMk cId="2828168429" sldId="259"/>
        </pc:sldMkLst>
        <pc:spChg chg="mod">
          <ac:chgData name="Shambhavi Sinha" userId="9d19478a68601425" providerId="LiveId" clId="{DF63564E-48FB-43E3-B49F-0DB26ECE42CB}" dt="2026-07-23T14:22:33.596" v="342" actId="20577"/>
          <ac:spMkLst>
            <pc:docMk/>
            <pc:sldMk cId="2828168429" sldId="259"/>
            <ac:spMk id="2" creationId="{47BF53F8-D890-30CB-CA4A-4B820B0760C6}"/>
          </ac:spMkLst>
        </pc:spChg>
        <pc:spChg chg="mod">
          <ac:chgData name="Shambhavi Sinha" userId="9d19478a68601425" providerId="LiveId" clId="{DF63564E-48FB-43E3-B49F-0DB26ECE42CB}" dt="2026-07-23T14:22:44.291" v="344" actId="27636"/>
          <ac:spMkLst>
            <pc:docMk/>
            <pc:sldMk cId="2828168429" sldId="259"/>
            <ac:spMk id="3" creationId="{EA95DFDF-335A-E9BA-1639-4940C1471E7B}"/>
          </ac:spMkLst>
        </pc:spChg>
      </pc:sldChg>
      <pc:sldChg chg="modSp mod">
        <pc:chgData name="Shambhavi Sinha" userId="9d19478a68601425" providerId="LiveId" clId="{DF63564E-48FB-43E3-B49F-0DB26ECE42CB}" dt="2026-07-23T14:23:23.504" v="349"/>
        <pc:sldMkLst>
          <pc:docMk/>
          <pc:sldMk cId="1715979680" sldId="260"/>
        </pc:sldMkLst>
        <pc:spChg chg="mod">
          <ac:chgData name="Shambhavi Sinha" userId="9d19478a68601425" providerId="LiveId" clId="{DF63564E-48FB-43E3-B49F-0DB26ECE42CB}" dt="2026-07-23T14:23:23.504" v="349"/>
          <ac:spMkLst>
            <pc:docMk/>
            <pc:sldMk cId="1715979680" sldId="260"/>
            <ac:spMk id="2" creationId="{59C3BCF1-0D7A-6D2D-73AD-853C4A97BC8B}"/>
          </ac:spMkLst>
        </pc:spChg>
        <pc:spChg chg="mod">
          <ac:chgData name="Shambhavi Sinha" userId="9d19478a68601425" providerId="LiveId" clId="{DF63564E-48FB-43E3-B49F-0DB26ECE42CB}" dt="2026-07-23T14:23:19.546" v="348" actId="27636"/>
          <ac:spMkLst>
            <pc:docMk/>
            <pc:sldMk cId="1715979680" sldId="260"/>
            <ac:spMk id="3" creationId="{428CA835-EF66-A884-D648-1C48CF1C7853}"/>
          </ac:spMkLst>
        </pc:spChg>
      </pc:sldChg>
      <pc:sldChg chg="modSp mod">
        <pc:chgData name="Shambhavi Sinha" userId="9d19478a68601425" providerId="LiveId" clId="{DF63564E-48FB-43E3-B49F-0DB26ECE42CB}" dt="2026-07-23T14:24:04.475" v="382"/>
        <pc:sldMkLst>
          <pc:docMk/>
          <pc:sldMk cId="3413188560" sldId="261"/>
        </pc:sldMkLst>
        <pc:spChg chg="mod">
          <ac:chgData name="Shambhavi Sinha" userId="9d19478a68601425" providerId="LiveId" clId="{DF63564E-48FB-43E3-B49F-0DB26ECE42CB}" dt="2026-07-23T14:24:04.475" v="382"/>
          <ac:spMkLst>
            <pc:docMk/>
            <pc:sldMk cId="3413188560" sldId="261"/>
            <ac:spMk id="2" creationId="{3AAAF2B8-35C6-CD0D-B9F4-1C6294D013E4}"/>
          </ac:spMkLst>
        </pc:spChg>
        <pc:spChg chg="mod">
          <ac:chgData name="Shambhavi Sinha" userId="9d19478a68601425" providerId="LiveId" clId="{DF63564E-48FB-43E3-B49F-0DB26ECE42CB}" dt="2026-07-23T14:23:51.219" v="372" actId="20577"/>
          <ac:spMkLst>
            <pc:docMk/>
            <pc:sldMk cId="3413188560" sldId="261"/>
            <ac:spMk id="3" creationId="{2CC90B59-F2FA-ACA1-5343-33EFF76AE32D}"/>
          </ac:spMkLst>
        </pc:spChg>
      </pc:sldChg>
      <pc:sldChg chg="modSp mod">
        <pc:chgData name="Shambhavi Sinha" userId="9d19478a68601425" providerId="LiveId" clId="{DF63564E-48FB-43E3-B49F-0DB26ECE42CB}" dt="2026-07-23T14:25:01.129" v="430" actId="20577"/>
        <pc:sldMkLst>
          <pc:docMk/>
          <pc:sldMk cId="3039336554" sldId="262"/>
        </pc:sldMkLst>
        <pc:spChg chg="mod">
          <ac:chgData name="Shambhavi Sinha" userId="9d19478a68601425" providerId="LiveId" clId="{DF63564E-48FB-43E3-B49F-0DB26ECE42CB}" dt="2026-07-23T14:25:01.129" v="430" actId="20577"/>
          <ac:spMkLst>
            <pc:docMk/>
            <pc:sldMk cId="3039336554" sldId="262"/>
            <ac:spMk id="2" creationId="{8F852C27-F099-D093-C4A2-D28A5933AD10}"/>
          </ac:spMkLst>
        </pc:spChg>
        <pc:spChg chg="mod">
          <ac:chgData name="Shambhavi Sinha" userId="9d19478a68601425" providerId="LiveId" clId="{DF63564E-48FB-43E3-B49F-0DB26ECE42CB}" dt="2026-07-23T14:24:35.216" v="400" actId="20577"/>
          <ac:spMkLst>
            <pc:docMk/>
            <pc:sldMk cId="3039336554" sldId="262"/>
            <ac:spMk id="3" creationId="{C42C5E4E-47C5-9672-513E-FCCB6543DC24}"/>
          </ac:spMkLst>
        </pc:spChg>
      </pc:sldChg>
      <pc:sldChg chg="modSp mod">
        <pc:chgData name="Shambhavi Sinha" userId="9d19478a68601425" providerId="LiveId" clId="{DF63564E-48FB-43E3-B49F-0DB26ECE42CB}" dt="2026-07-24T12:29:14.059" v="485" actId="20577"/>
        <pc:sldMkLst>
          <pc:docMk/>
          <pc:sldMk cId="1646224681" sldId="263"/>
        </pc:sldMkLst>
        <pc:spChg chg="mod">
          <ac:chgData name="Shambhavi Sinha" userId="9d19478a68601425" providerId="LiveId" clId="{DF63564E-48FB-43E3-B49F-0DB26ECE42CB}" dt="2026-07-24T12:29:14.059" v="485" actId="20577"/>
          <ac:spMkLst>
            <pc:docMk/>
            <pc:sldMk cId="1646224681" sldId="263"/>
            <ac:spMk id="2" creationId="{E50B4FA8-7E7F-6F81-BEAE-788921876306}"/>
          </ac:spMkLst>
        </pc:spChg>
        <pc:spChg chg="mod">
          <ac:chgData name="Shambhavi Sinha" userId="9d19478a68601425" providerId="LiveId" clId="{DF63564E-48FB-43E3-B49F-0DB26ECE42CB}" dt="2026-07-23T14:26:54.576" v="454" actId="20577"/>
          <ac:spMkLst>
            <pc:docMk/>
            <pc:sldMk cId="1646224681" sldId="263"/>
            <ac:spMk id="3" creationId="{0A98BE12-AC8F-ED8E-37A0-1D24BD36BC01}"/>
          </ac:spMkLst>
        </pc:spChg>
      </pc:sldChg>
      <pc:sldChg chg="modSp mod">
        <pc:chgData name="Shambhavi Sinha" userId="9d19478a68601425" providerId="LiveId" clId="{DF63564E-48FB-43E3-B49F-0DB26ECE42CB}" dt="2026-07-23T14:27:28.233" v="465" actId="20577"/>
        <pc:sldMkLst>
          <pc:docMk/>
          <pc:sldMk cId="4258768051" sldId="264"/>
        </pc:sldMkLst>
        <pc:spChg chg="mod">
          <ac:chgData name="Shambhavi Sinha" userId="9d19478a68601425" providerId="LiveId" clId="{DF63564E-48FB-43E3-B49F-0DB26ECE42CB}" dt="2026-07-23T13:57:13.166" v="2"/>
          <ac:spMkLst>
            <pc:docMk/>
            <pc:sldMk cId="4258768051" sldId="264"/>
            <ac:spMk id="2" creationId="{0EFBA14B-EFF2-A671-C54D-500FC4EDD3AF}"/>
          </ac:spMkLst>
        </pc:spChg>
        <pc:spChg chg="mod">
          <ac:chgData name="Shambhavi Sinha" userId="9d19478a68601425" providerId="LiveId" clId="{DF63564E-48FB-43E3-B49F-0DB26ECE42CB}" dt="2026-07-23T14:27:28.233" v="465" actId="20577"/>
          <ac:spMkLst>
            <pc:docMk/>
            <pc:sldMk cId="4258768051" sldId="264"/>
            <ac:spMk id="3" creationId="{B2796825-D89F-511F-17E2-32070F4E5828}"/>
          </ac:spMkLst>
        </pc:spChg>
      </pc:sldChg>
      <pc:sldChg chg="del">
        <pc:chgData name="Shambhavi Sinha" userId="9d19478a68601425" providerId="LiveId" clId="{DF63564E-48FB-43E3-B49F-0DB26ECE42CB}" dt="2026-07-23T14:29:20.961" v="479" actId="2696"/>
        <pc:sldMkLst>
          <pc:docMk/>
          <pc:sldMk cId="2540866597" sldId="265"/>
        </pc:sldMkLst>
      </pc:sldChg>
      <pc:sldChg chg="modSp new mod ord">
        <pc:chgData name="Shambhavi Sinha" userId="9d19478a68601425" providerId="LiveId" clId="{DF63564E-48FB-43E3-B49F-0DB26ECE42CB}" dt="2026-07-23T14:29:17.450" v="478"/>
        <pc:sldMkLst>
          <pc:docMk/>
          <pc:sldMk cId="2739742889" sldId="266"/>
        </pc:sldMkLst>
        <pc:spChg chg="mod">
          <ac:chgData name="Shambhavi Sinha" userId="9d19478a68601425" providerId="LiveId" clId="{DF63564E-48FB-43E3-B49F-0DB26ECE42CB}" dt="2026-07-23T14:29:11.231" v="476"/>
          <ac:spMkLst>
            <pc:docMk/>
            <pc:sldMk cId="2739742889" sldId="266"/>
            <ac:spMk id="2" creationId="{7D32B7D9-B68D-4DE2-8B3B-F58B331E990B}"/>
          </ac:spMkLst>
        </pc:spChg>
        <pc:spChg chg="mod">
          <ac:chgData name="Shambhavi Sinha" userId="9d19478a68601425" providerId="LiveId" clId="{DF63564E-48FB-43E3-B49F-0DB26ECE42CB}" dt="2026-07-23T14:29:00.523" v="475"/>
          <ac:spMkLst>
            <pc:docMk/>
            <pc:sldMk cId="2739742889" sldId="266"/>
            <ac:spMk id="3" creationId="{68553576-DAE5-D4F1-5701-BC27EA73AD60}"/>
          </ac:spMkLst>
        </pc:spChg>
      </pc:sldChg>
      <pc:sldMasterChg chg="delSldLayout">
        <pc:chgData name="Shambhavi Sinha" userId="9d19478a68601425" providerId="LiveId" clId="{DF63564E-48FB-43E3-B49F-0DB26ECE42CB}" dt="2026-07-23T14:29:20.961" v="479" actId="2696"/>
        <pc:sldMasterMkLst>
          <pc:docMk/>
          <pc:sldMasterMk cId="3749965520" sldId="2147483691"/>
        </pc:sldMasterMkLst>
        <pc:sldLayoutChg chg="del">
          <pc:chgData name="Shambhavi Sinha" userId="9d19478a68601425" providerId="LiveId" clId="{DF63564E-48FB-43E3-B49F-0DB26ECE42CB}" dt="2026-07-23T14:29:20.961" v="479" actId="2696"/>
          <pc:sldLayoutMkLst>
            <pc:docMk/>
            <pc:sldMasterMk cId="3749965520" sldId="2147483691"/>
            <pc:sldLayoutMk cId="3170282513" sldId="214748372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774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3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431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820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370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791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93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89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957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868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014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01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734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338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796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117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494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00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937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2446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70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1484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5016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7474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3255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5834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824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4F9AC-BFF3-8939-C1E6-74408F023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D0F17-78B8-C6C2-33CF-13D50E2F4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9D55A-A339-A145-0F6E-59856ED24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F1113-F808-CC32-DF46-C7C373DDE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0AD1E-8819-4D45-88F8-AE0085489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2664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56ED2-D178-EFD2-E2BF-182E6CD8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F050E-1768-5446-0712-1A2FEEE39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7190-1C3B-51BE-7B7D-B9AB36D2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DBEBA-BFC2-CEBD-12EB-A1209A50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2EC4-E0F3-A62F-A623-B19523F4B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1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D598FFB2-CB73-4C80-BE50-14F1F8A4CE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E872AE39-95F0-4C4A-8806-8BD0701BA403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96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60AD2-B0AA-2741-752C-C5BCE247A1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Applications of Artificial Intelligence (AI)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20535-907A-5418-09FD-26FE0DF66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Presented by : Shambhavi Sinha</a:t>
            </a:r>
          </a:p>
        </p:txBody>
      </p:sp>
    </p:spTree>
    <p:extLst>
      <p:ext uri="{BB962C8B-B14F-4D97-AF65-F5344CB8AC3E}">
        <p14:creationId xmlns:p14="http://schemas.microsoft.com/office/powerpoint/2010/main" val="1802839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C858C-4E2E-54E9-1F1E-5FFDC1AC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B652B-9A22-C805-C39C-DAD24A0CD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Artificial Intelligence (AI) is the simulation of human intelligence in machines that can learn, reason, solve problems, and make decisions.</a:t>
            </a:r>
          </a:p>
          <a:p>
            <a:r>
              <a:rPr lang="en-IN" b="1" dirty="0"/>
              <a:t>Key Capabilities</a:t>
            </a:r>
            <a:endParaRPr lang="en-IN" dirty="0"/>
          </a:p>
          <a:p>
            <a:r>
              <a:rPr lang="en-IN" dirty="0"/>
              <a:t>Learning from data </a:t>
            </a:r>
          </a:p>
          <a:p>
            <a:r>
              <a:rPr lang="en-IN" dirty="0"/>
              <a:t>Problem-solving </a:t>
            </a:r>
          </a:p>
          <a:p>
            <a:r>
              <a:rPr lang="en-IN" dirty="0"/>
              <a:t>Decision-making </a:t>
            </a:r>
          </a:p>
          <a:p>
            <a:r>
              <a:rPr lang="en-IN" dirty="0"/>
              <a:t>Natural language understanding </a:t>
            </a:r>
          </a:p>
          <a:p>
            <a:r>
              <a:rPr lang="en-IN" dirty="0"/>
              <a:t>Image and speech recognition</a:t>
            </a:r>
          </a:p>
          <a:p>
            <a:r>
              <a:rPr lang="en-IN" dirty="0"/>
              <a:t>AI enables computers to perform tasks that normally require human intelligence, making systems smarter and more efficient.</a:t>
            </a:r>
          </a:p>
        </p:txBody>
      </p:sp>
    </p:spTree>
    <p:extLst>
      <p:ext uri="{BB962C8B-B14F-4D97-AF65-F5344CB8AC3E}">
        <p14:creationId xmlns:p14="http://schemas.microsoft.com/office/powerpoint/2010/main" val="3949009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9C2BC-70B6-8DDA-24F9-2810EC436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36C06-8F40-DD1A-6C21-FAB36AE38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Based on Capabilities</a:t>
            </a:r>
          </a:p>
          <a:p>
            <a:r>
              <a:rPr lang="en-IN" b="1" dirty="0"/>
              <a:t>Narrow AI</a:t>
            </a:r>
            <a:r>
              <a:rPr lang="en-IN" dirty="0"/>
              <a:t> – Performs specific tasks (e.g., Siri, ChatGPT) </a:t>
            </a:r>
          </a:p>
          <a:p>
            <a:r>
              <a:rPr lang="en-IN" b="1" dirty="0"/>
              <a:t>General AI</a:t>
            </a:r>
            <a:r>
              <a:rPr lang="en-IN" dirty="0"/>
              <a:t> – Human-level intelligence (still under development) </a:t>
            </a:r>
          </a:p>
          <a:p>
            <a:r>
              <a:rPr lang="en-IN" b="1" dirty="0"/>
              <a:t>Super AI</a:t>
            </a:r>
            <a:r>
              <a:rPr lang="en-IN" dirty="0"/>
              <a:t> – Beyond human intelligence (theoretical) </a:t>
            </a:r>
          </a:p>
          <a:p>
            <a:r>
              <a:rPr lang="en-IN" b="1" dirty="0"/>
              <a:t>Based on Functionality</a:t>
            </a:r>
          </a:p>
          <a:p>
            <a:r>
              <a:rPr lang="en-IN" dirty="0"/>
              <a:t>Reactive Machines </a:t>
            </a:r>
          </a:p>
          <a:p>
            <a:r>
              <a:rPr lang="en-IN" dirty="0"/>
              <a:t>Limited Memory </a:t>
            </a:r>
          </a:p>
          <a:p>
            <a:r>
              <a:rPr lang="en-IN" dirty="0"/>
              <a:t>Theory of Mind </a:t>
            </a:r>
          </a:p>
          <a:p>
            <a:r>
              <a:rPr lang="en-IN" dirty="0"/>
              <a:t>Self-aware AI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634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53F8-D890-30CB-CA4A-4B820B076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in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5DFDF-335A-E9BA-1639-4940C1471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Applications</a:t>
            </a:r>
          </a:p>
          <a:p>
            <a:r>
              <a:rPr lang="en-IN" dirty="0"/>
              <a:t>Disease diagnosis </a:t>
            </a:r>
          </a:p>
          <a:p>
            <a:r>
              <a:rPr lang="en-IN" dirty="0"/>
              <a:t>Medical image analysis </a:t>
            </a:r>
          </a:p>
          <a:p>
            <a:r>
              <a:rPr lang="en-IN" dirty="0"/>
              <a:t>Drug discovery </a:t>
            </a:r>
          </a:p>
          <a:p>
            <a:r>
              <a:rPr lang="en-IN" dirty="0"/>
              <a:t>Virtual health assistants </a:t>
            </a:r>
          </a:p>
          <a:p>
            <a:r>
              <a:rPr lang="en-IN" dirty="0"/>
              <a:t>Robotic surgery </a:t>
            </a:r>
          </a:p>
          <a:p>
            <a:r>
              <a:rPr lang="en-IN" b="1" dirty="0"/>
              <a:t>Benefits</a:t>
            </a:r>
          </a:p>
          <a:p>
            <a:r>
              <a:rPr lang="en-IN" dirty="0"/>
              <a:t>Faster diagnosis </a:t>
            </a:r>
          </a:p>
          <a:p>
            <a:r>
              <a:rPr lang="en-IN" dirty="0"/>
              <a:t>Improved accuracy </a:t>
            </a:r>
          </a:p>
          <a:p>
            <a:r>
              <a:rPr lang="en-IN" dirty="0"/>
              <a:t>Reduced healthcare costs </a:t>
            </a:r>
          </a:p>
          <a:p>
            <a:r>
              <a:rPr lang="en-IN" dirty="0"/>
              <a:t>Better patient care</a:t>
            </a:r>
          </a:p>
        </p:txBody>
      </p:sp>
    </p:spTree>
    <p:extLst>
      <p:ext uri="{BB962C8B-B14F-4D97-AF65-F5344CB8AC3E}">
        <p14:creationId xmlns:p14="http://schemas.microsoft.com/office/powerpoint/2010/main" val="2828168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3BCF1-0D7A-6D2D-73AD-853C4A97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AI in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CA835-EF66-A884-D648-1C48CF1C7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Applications</a:t>
            </a:r>
          </a:p>
          <a:p>
            <a:r>
              <a:rPr lang="en-IN" dirty="0"/>
              <a:t>Customer support chatbots </a:t>
            </a:r>
          </a:p>
          <a:p>
            <a:r>
              <a:rPr lang="en-IN" dirty="0"/>
              <a:t>Fraud detection </a:t>
            </a:r>
          </a:p>
          <a:p>
            <a:r>
              <a:rPr lang="en-IN" dirty="0"/>
              <a:t>Sales forecasting </a:t>
            </a:r>
          </a:p>
          <a:p>
            <a:r>
              <a:rPr lang="en-IN" dirty="0"/>
              <a:t>Recommendation systems </a:t>
            </a:r>
          </a:p>
          <a:p>
            <a:r>
              <a:rPr lang="en-IN" dirty="0"/>
              <a:t>Market analysis </a:t>
            </a:r>
          </a:p>
          <a:p>
            <a:r>
              <a:rPr lang="en-IN" b="1" dirty="0"/>
              <a:t>Examples</a:t>
            </a:r>
          </a:p>
          <a:p>
            <a:r>
              <a:rPr lang="en-IN" dirty="0"/>
              <a:t>Amazon product recommendations </a:t>
            </a:r>
          </a:p>
          <a:p>
            <a:r>
              <a:rPr lang="en-IN" dirty="0"/>
              <a:t>Netflix movie suggestions </a:t>
            </a:r>
          </a:p>
          <a:p>
            <a:r>
              <a:rPr lang="en-IN" dirty="0"/>
              <a:t>AI-powered CRM systems</a:t>
            </a:r>
          </a:p>
        </p:txBody>
      </p:sp>
    </p:spTree>
    <p:extLst>
      <p:ext uri="{BB962C8B-B14F-4D97-AF65-F5344CB8AC3E}">
        <p14:creationId xmlns:p14="http://schemas.microsoft.com/office/powerpoint/2010/main" val="171597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F2B8-35C6-CD0D-B9F4-1C6294D01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in Cybersecurity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90B59-F2FA-ACA1-5343-33EFF76AE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Applications</a:t>
            </a:r>
          </a:p>
          <a:p>
            <a:r>
              <a:rPr lang="en-IN" dirty="0"/>
              <a:t>Malware detection </a:t>
            </a:r>
          </a:p>
          <a:p>
            <a:r>
              <a:rPr lang="en-IN" dirty="0"/>
              <a:t>Threat monitoring </a:t>
            </a:r>
          </a:p>
          <a:p>
            <a:r>
              <a:rPr lang="en-IN" dirty="0"/>
              <a:t>Spam filtering </a:t>
            </a:r>
          </a:p>
          <a:p>
            <a:r>
              <a:rPr lang="en-IN" dirty="0"/>
              <a:t>Biometric authentication </a:t>
            </a:r>
          </a:p>
          <a:p>
            <a:r>
              <a:rPr lang="en-IN" dirty="0"/>
              <a:t>Network security </a:t>
            </a:r>
          </a:p>
          <a:p>
            <a:r>
              <a:rPr lang="en-IN" b="1" dirty="0"/>
              <a:t>Benefits</a:t>
            </a:r>
          </a:p>
          <a:p>
            <a:r>
              <a:rPr lang="en-IN" dirty="0"/>
              <a:t>Faster threat response </a:t>
            </a:r>
          </a:p>
          <a:p>
            <a:r>
              <a:rPr lang="en-IN" dirty="0"/>
              <a:t>Improved data protection </a:t>
            </a:r>
          </a:p>
          <a:p>
            <a:r>
              <a:rPr lang="en-IN" dirty="0"/>
              <a:t>Reduced cyber attacks</a:t>
            </a:r>
          </a:p>
        </p:txBody>
      </p:sp>
    </p:spTree>
    <p:extLst>
      <p:ext uri="{BB962C8B-B14F-4D97-AF65-F5344CB8AC3E}">
        <p14:creationId xmlns:p14="http://schemas.microsoft.com/office/powerpoint/2010/main" val="3413188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2C27-F099-D093-C4A2-D28A5933A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In daily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C5E4E-47C5-9672-513E-FCCB6543D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Smart assistants (Alexa, Google Assistant) </a:t>
            </a:r>
          </a:p>
          <a:p>
            <a:r>
              <a:rPr lang="en-IN" dirty="0"/>
              <a:t>Face Unlock </a:t>
            </a:r>
          </a:p>
          <a:p>
            <a:r>
              <a:rPr lang="en-IN" dirty="0"/>
              <a:t>Google Maps navigation </a:t>
            </a:r>
          </a:p>
          <a:p>
            <a:r>
              <a:rPr lang="en-IN" dirty="0"/>
              <a:t>Smart home devices </a:t>
            </a:r>
          </a:p>
          <a:p>
            <a:r>
              <a:rPr lang="en-IN" dirty="0"/>
              <a:t>Email spam filters </a:t>
            </a:r>
          </a:p>
          <a:p>
            <a:r>
              <a:rPr lang="en-IN" dirty="0"/>
              <a:t>Voice typing </a:t>
            </a:r>
          </a:p>
          <a:p>
            <a:r>
              <a:rPr lang="en-IN" dirty="0"/>
              <a:t>Online shopping recommendations </a:t>
            </a:r>
          </a:p>
        </p:txBody>
      </p:sp>
    </p:spTree>
    <p:extLst>
      <p:ext uri="{BB962C8B-B14F-4D97-AF65-F5344CB8AC3E}">
        <p14:creationId xmlns:p14="http://schemas.microsoft.com/office/powerpoint/2010/main" val="3039336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4FA8-7E7F-6F81-BEAE-78892187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/>
              <a:t>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8BE12-AC8F-ED8E-37A0-1D24BD36B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Faster decision-making </a:t>
            </a:r>
          </a:p>
          <a:p>
            <a:r>
              <a:rPr lang="en-IN" dirty="0"/>
              <a:t>Increased efficiency </a:t>
            </a:r>
          </a:p>
          <a:p>
            <a:r>
              <a:rPr lang="en-IN" dirty="0"/>
              <a:t>24/7 availability </a:t>
            </a:r>
          </a:p>
          <a:p>
            <a:r>
              <a:rPr lang="en-IN" dirty="0"/>
              <a:t>Reduced human errors </a:t>
            </a:r>
          </a:p>
          <a:p>
            <a:r>
              <a:rPr lang="en-IN" dirty="0"/>
              <a:t>Automation of repetitive tasks </a:t>
            </a:r>
          </a:p>
          <a:p>
            <a:r>
              <a:rPr lang="en-IN" dirty="0"/>
              <a:t>Improved productivity </a:t>
            </a:r>
          </a:p>
          <a:p>
            <a:r>
              <a:rPr lang="en-IN" dirty="0"/>
              <a:t>Better customer experience </a:t>
            </a:r>
          </a:p>
        </p:txBody>
      </p:sp>
    </p:spTree>
    <p:extLst>
      <p:ext uri="{BB962C8B-B14F-4D97-AF65-F5344CB8AC3E}">
        <p14:creationId xmlns:p14="http://schemas.microsoft.com/office/powerpoint/2010/main" val="1646224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BA14B-EFF2-A671-C54D-500FC4EDD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96825-D89F-511F-17E2-32070F4E5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Privacy concerns </a:t>
            </a:r>
          </a:p>
          <a:p>
            <a:r>
              <a:rPr lang="en-IN" dirty="0"/>
              <a:t>Data security </a:t>
            </a:r>
          </a:p>
          <a:p>
            <a:r>
              <a:rPr lang="en-IN" dirty="0"/>
              <a:t>Job displacement </a:t>
            </a:r>
          </a:p>
          <a:p>
            <a:r>
              <a:rPr lang="en-IN" dirty="0"/>
              <a:t>Bias in AI models </a:t>
            </a:r>
          </a:p>
          <a:p>
            <a:r>
              <a:rPr lang="en-IN" dirty="0"/>
              <a:t>High implementation cost </a:t>
            </a:r>
          </a:p>
          <a:p>
            <a:r>
              <a:rPr lang="en-IN" dirty="0"/>
              <a:t>Ethical issues </a:t>
            </a:r>
          </a:p>
          <a:p>
            <a:r>
              <a:rPr lang="en-IN" dirty="0"/>
              <a:t>Dependence on technology</a:t>
            </a:r>
          </a:p>
        </p:txBody>
      </p:sp>
    </p:spTree>
    <p:extLst>
      <p:ext uri="{BB962C8B-B14F-4D97-AF65-F5344CB8AC3E}">
        <p14:creationId xmlns:p14="http://schemas.microsoft.com/office/powerpoint/2010/main" val="4258768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B7D9-B68D-4DE2-8B3B-F58B331E9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53576-DAE5-D4F1-5701-BC27EA73AD6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/>
              <a:t>Artificial Intelligence is transforming almost every industry by improving efficiency, accuracy, and innovation. While AI offers numerous benefits, responsible development and ethical use are essential for maximizing its positive impact.</a:t>
            </a:r>
          </a:p>
          <a:p>
            <a:r>
              <a:rPr lang="en-IN" b="1" dirty="0"/>
              <a:t>Emerging Trends</a:t>
            </a:r>
          </a:p>
          <a:p>
            <a:r>
              <a:rPr lang="en-IN" dirty="0"/>
              <a:t>Generative AI </a:t>
            </a:r>
          </a:p>
          <a:p>
            <a:r>
              <a:rPr lang="en-IN" dirty="0"/>
              <a:t>AI-powered robots </a:t>
            </a:r>
          </a:p>
          <a:p>
            <a:r>
              <a:rPr lang="en-IN" dirty="0"/>
              <a:t>AI in space exploration </a:t>
            </a:r>
          </a:p>
          <a:p>
            <a:r>
              <a:rPr lang="en-IN" dirty="0"/>
              <a:t>Autonomous vehicles </a:t>
            </a:r>
          </a:p>
          <a:p>
            <a:r>
              <a:rPr lang="en-IN" dirty="0"/>
              <a:t>AI in smart cities </a:t>
            </a:r>
          </a:p>
          <a:p>
            <a:r>
              <a:rPr lang="en-IN" dirty="0"/>
              <a:t>Human-AI collaboration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742889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1354</TotalTime>
  <Words>320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Felix Titling</vt:lpstr>
      <vt:lpstr>Goudy Old Style</vt:lpstr>
      <vt:lpstr>Archway</vt:lpstr>
      <vt:lpstr>Applications of Artificial Intelligence (AI)</vt:lpstr>
      <vt:lpstr>Introduction</vt:lpstr>
      <vt:lpstr>Types of AI</vt:lpstr>
      <vt:lpstr>AI in Healthcare</vt:lpstr>
      <vt:lpstr>AI in Business</vt:lpstr>
      <vt:lpstr>AI in Cybersecurity</vt:lpstr>
      <vt:lpstr>AI In daily life</vt:lpstr>
      <vt:lpstr>Advantages</vt:lpstr>
      <vt:lpstr>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Shambhavi Sinha</dc:creator>
  <cp:lastModifiedBy>Shambhavi Sinha</cp:lastModifiedBy>
  <cp:revision>1</cp:revision>
  <dcterms:created xsi:type="dcterms:W3CDTF">2026-07-23T13:54:52Z</dcterms:created>
  <dcterms:modified xsi:type="dcterms:W3CDTF">2026-07-24T12:29:16Z</dcterms:modified>
</cp:coreProperties>
</file>